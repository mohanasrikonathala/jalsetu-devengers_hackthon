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0" r:id="rId6"/>
    <p:sldId id="261" r:id="rId7"/>
    <p:sldId id="267" r:id="rId8"/>
    <p:sldId id="263" r:id="rId9"/>
    <p:sldId id="268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1ABB6-2B71-2DAF-C5F9-DFDF82C79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6160A0-FB4F-C731-0CC0-E13F84778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7997D-5242-F681-1708-32361154C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F90F4-6FC9-4F4A-8413-0EE0A2B28A3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25AA3-63A5-DDBC-0E88-44BE063A0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D9F39-8815-91D1-4F74-5274F8BEB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A5FCB-F61C-46ED-9BD7-F14AED02B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334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2DCC9-B304-2DD3-C14E-CD0EB4C99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28263-83C4-B572-8EB9-50F799A39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C3CE3-CFE1-B47D-97F8-7E85EE189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F90F4-6FC9-4F4A-8413-0EE0A2B28A3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EBDCC-8639-4BA4-4ED7-B38B39DC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7997F-56BA-BA7F-30F1-A21EF83C0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A5FCB-F61C-46ED-9BD7-F14AED02B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43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FAF6F-F82D-CA41-4D71-2F94EF7BC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29295-4F69-336B-48D1-1812FEA86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9A60D-3C7A-9EE5-B07A-70A9A2CD4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F90F4-6FC9-4F4A-8413-0EE0A2B28A3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0FD55-ECA2-54D4-A90F-D9720A43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88F77-3A47-37DE-3FB6-7E31E084E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A5FCB-F61C-46ED-9BD7-F14AED02B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841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C4076-51F1-2EEC-2069-FD4C4D85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CAD51-B338-9726-B660-0FABA9A290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0BC13-4BED-85A5-9725-DB61E6B242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2DF141-B659-8563-51D9-F6A0B8A14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F90F4-6FC9-4F4A-8413-0EE0A2B28A3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28185-986B-B818-C989-B1FA77615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58D63-CA36-6D01-9451-62C5CC878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A5FCB-F61C-46ED-9BD7-F14AED02B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244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CB5A5-01B6-E8EB-3E12-1DE726C5E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167FD-3F5D-4E47-8D03-ED8DD061E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E9D29F-610C-923A-92A1-D4224C60C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6F2CA2-085E-5E79-9683-6846FBB286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FCF06C-1AB1-6B46-48C2-08EA44BF05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AB55E5-EDF6-3769-FBE6-EF2237ECE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F90F4-6FC9-4F4A-8413-0EE0A2B28A3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4FCCF5-3470-3FEF-1834-9526B4033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3D9744-2B67-737D-6903-B72C314C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A5FCB-F61C-46ED-9BD7-F14AED02B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427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2C86C-1352-E939-5761-F6F5D63B8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B2DDBF-321B-E82A-0C86-B4704BC16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F90F4-6FC9-4F4A-8413-0EE0A2B28A3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56070-4A3C-BAF0-F518-51E0CF013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43759-774F-FEC2-2C15-E94A74502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A5FCB-F61C-46ED-9BD7-F14AED02B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074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E199A1-6E6D-7214-52B6-1D777D221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F90F4-6FC9-4F4A-8413-0EE0A2B28A3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FF49DD-499C-3FD3-2847-C836FEAE6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173A0-F285-6FA0-CB96-D342C6A3C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A5FCB-F61C-46ED-9BD7-F14AED02B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96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F845E-DBD6-A754-6F22-888AB019D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E89DA-D46B-1D4E-C17E-C53992BE9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143002-AE2D-6225-8081-F110D7B7A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B92CBC-F432-CAD7-605B-D3E3E1B4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F90F4-6FC9-4F4A-8413-0EE0A2B28A3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0CEAE-1136-E773-0D52-10EF738B4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C1918-B88B-193F-9EF6-37870811A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A5FCB-F61C-46ED-9BD7-F14AED02B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44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EEAC0-37A1-A6FC-D1B0-6544AA381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BC063B-294F-C9BB-8E94-D2A014C781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F9DA41-8A60-5082-B6B7-1955C4942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20D03-492E-D85B-C7AC-6AB1A2E10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F90F4-6FC9-4F4A-8413-0EE0A2B28A3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FA18E4-9EE1-ED12-5B43-F4352DCF1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8369FC-1967-0A76-4BB1-BF6AEEC44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A5FCB-F61C-46ED-9BD7-F14AED02B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824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76258-C59E-9872-7922-109F30731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9E994E-367E-8118-77DD-98210ABF9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96C12-C76E-3DAA-BE17-94392C806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F90F4-6FC9-4F4A-8413-0EE0A2B28A3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F1CD9-B2CD-22FF-CC04-36160277D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5D1FF-8B98-82F4-C717-DACD2CF92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A5FCB-F61C-46ED-9BD7-F14AED02B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080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B5388C-EE3D-A167-E917-181B8CBE2E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ACFF2F-E484-7693-D3E7-BCAF83A33E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79DFA-1678-12C1-9D3F-1AAB5BC8F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F90F4-6FC9-4F4A-8413-0EE0A2B28A3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8CC1F-978C-B970-D720-D67748667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BE645-2667-9612-6616-388D8CB27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A5FCB-F61C-46ED-9BD7-F14AED02B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640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40C7CE-0007-BC43-42F3-05423A32F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7F313-266E-CFFB-ADDC-1FCBD82C9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469B8-1696-4719-F3AC-D61FE65E11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0F90F4-6FC9-4F4A-8413-0EE0A2B28A3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CBFD2-9827-76FF-A7EE-F844580423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920E9-8F9C-B1F1-3DC0-B5BD85CDF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0A5FCB-F61C-46ED-9BD7-F14AED02B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061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jalsetu-devengers-hackthon.vercel.app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B3CFA-94F7-05DE-4926-4B5D8D9795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8826" y="0"/>
            <a:ext cx="12260826" cy="3429000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JALSETU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E4B68C-CAFF-364A-4640-A12530EF2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8826" y="3429000"/>
            <a:ext cx="12260825" cy="3429000"/>
          </a:xfr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should flow where it matters most.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Water Allocation, Reuse &amp; Decision Support Platform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• Predict • Match • Simulate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HackDevengers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2.0 — Open Innovation Hackathon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: Mohanasri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Konathala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35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B4B39-14F0-EC0F-DC7E-22BE2CC23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87D86-AC0D-D7E0-DD08-665FBCD00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Scarcity Isn't Only a Supply Problem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is consumed across communities, campuses, industries, hotels and large facilities every day.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water management is often fragmented: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Consumption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know how much water is being consumed, but not always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abnormal usage is occurring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Areas may experience increasing demand while nearby usable water resources remain underutilized.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Reuse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Potentially reusable non-potable water and suitable demand are rarely connected intelligently.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Decision Gap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mostly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and report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helping answer: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is water being wasted? Where is it needed? What could potentially be reused?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501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93921-0583-D459-8AF2-27A1BDF08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1603"/>
            <a:ext cx="6447503" cy="90323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 JALSETU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4D3E9-CFD8-C2FB-DBD5-0580FC4CB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JALSETU is an intelligent water allocation and reuse platform that connects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consumption, availability and demand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a single decision-support layer.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JALSETU can: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abnormal water consumption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potential shortage risks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potential non-potable reuse opportunities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available water with suitable nearby demand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conservation and reuse strategies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potential freshwater savings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approach: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→ Detect → Predict → Match → Simulate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387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EFE0C-90D2-B899-ECDA-60413CBE6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JALSETU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0AA8C-7AC9-F37D-626A-16EF9445C75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— COLLECT                                    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Capture: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consumption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&amp; availability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Usage category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 — MATCH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Matching Engine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evaluates: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Usage suitability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179D8-7012-9270-9F9D-EA5A9A907AB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 — ANALYZE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JALSETU identifies: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Unusual consumption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Shortage risks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water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reuse opportunities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 — SIMULATE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makers can test: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Freshwater reduction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reuse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Rainwater harvesting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conservation strategies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 — IMPACT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freshwater avoided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542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C57B7-F493-89BE-9DB6-F22F5D770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457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INNOVATION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AAA11-CCB2-0985-798C-B038460CA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045" y="1189704"/>
            <a:ext cx="10515600" cy="530317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Matching Engine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From:“We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should save water.”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To:“Where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potentially available water be used better?”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FACILITY A     Potentially available     8,000 L/day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JALSETU ENGINE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FACILITY B    Suitable demand   6,500 L/day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JALSETU evaluates: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 + Distance + Usage Category + Priority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match identified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freshwater avoided: 6,500 L/day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448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89DA5-CEEC-0DE5-381D-D9D94E165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44DF9-BB89-D6C8-21F4-E1A9D9FE7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Platform. Multiple Water Intelligence Layers.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Consumption Anomaly Detection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unusual water consumption compared with expected patterns.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Shortage Risk Forecasting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locations that may experience increasing water demand or shortage risk.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Water Matching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potential matches between available non-potable water and suitable demand.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Water Intelligence Map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sources, demand zones, alerts and potential matches.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What-If Simulator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different conservation and reuse scenarios.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Impact Dashboard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potential freshwater avoided and other efficiency indicators.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442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BF484-F5D4-AD44-2172-7196889C6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E1725-220D-BB62-18CE-C472138F03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WATER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COLLECTION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Consumption     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Supply          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Availability    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Demand 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Location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 FORECAST MATCH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            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Analytics       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Simulator       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Impact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9A1073-1E92-2104-E739-FEAE4A1677C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JALSETU INTELLIGENCE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    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Anomaly Detection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Forecasting     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Water Matching  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Recommendations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 + Vite + JavaScript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CSS / Responsive Web UI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/ Data-driven models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PostgreSQL /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Charts + Interactive Map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424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269E0-8270-8537-5918-D38910BB0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591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Typical JALSETU Scenario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47D10-7B9D-1CF2-5AF6-B9E3C53CE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20" y="1119033"/>
            <a:ext cx="10515600" cy="537384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facility records an unexpected increase in water consumption.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JALSETU detects the anomaly.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Consumption is significantly above the expected pattern.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nearby zone shows increasing non-potable water demand.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JALSETU searches available potential water sources.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Water Matching Engine identifies a potential match based on: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 + Location + Usage Suitability + Priority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What-If Simulator estimates the potential impact.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freshwater avoided -&gt;      XXXX L/day -&gt;   XXXX L/month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visibility → Better decisions → Better water utilization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820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953890-EA40-5C83-BE5F-7E0DEE428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420" y="1924426"/>
            <a:ext cx="3334979" cy="20082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3AE4F4-8934-275A-5959-72DF69A545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4422" y="1993252"/>
            <a:ext cx="3517559" cy="20082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7C83F6-3161-BCFD-1939-2FB250D05F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09" y="4532608"/>
            <a:ext cx="3509001" cy="203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617BE7-6F38-46B4-F63B-E5251CC27F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644" y="4502728"/>
            <a:ext cx="3585717" cy="20598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AE2EB4-4457-B3CC-9443-68583AB2C0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1374" y="4481052"/>
            <a:ext cx="3585717" cy="20082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BF6CEF7-7811-5D4B-8BB2-286E463DBEBE}"/>
              </a:ext>
            </a:extLst>
          </p:cNvPr>
          <p:cNvSpPr txBox="1"/>
          <p:nvPr/>
        </p:nvSpPr>
        <p:spPr>
          <a:xfrm>
            <a:off x="4441141" y="462149"/>
            <a:ext cx="665643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</p:txBody>
      </p:sp>
    </p:spTree>
    <p:extLst>
      <p:ext uri="{BB962C8B-B14F-4D97-AF65-F5344CB8AC3E}">
        <p14:creationId xmlns:p14="http://schemas.microsoft.com/office/powerpoint/2010/main" val="4055968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73E62-CEEA-0A02-88D0-E4A3C948C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541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0BD0D-DB77-0435-04D9-04BDA1486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2387"/>
            <a:ext cx="10515600" cy="546048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Impact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 inefficient consumption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Encourage non-potable water reuse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emerging shortage risks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evidence-based decisions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 unnecessary freshwater demand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Integration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smart water meters for real-time data.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Quality Sensors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quality parameters before recommending potential reuse.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Intelligence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rainfall and weather data.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Water Networks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multiple facilities within industrial clusters.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Municipal Integration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platform to larger community and city-level networks.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Water Management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from reacting to shortages toward anticipating them.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306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7CD8D-A26E-84D0-9986-E42BE08C03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469982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JALSETU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should flow where it matters most.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don't just monitor water.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identify where it can potentially be used better.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62A9B2-F7BE-97F5-F261-647F7BE7C6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699820"/>
            <a:ext cx="12192000" cy="2158179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-&gt; DETECT -&gt; PREDICT -&gt; MATCH -&gt; SIMULATE -&gt; IMPACT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JALSETU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Water Allocation &amp; Reuse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https://github.com/MohanasriKonathala/JALSETU-Devengers_hackthon/tree/main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Demo: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hlinkClick r:id="rId2"/>
              </a:rPr>
              <a:t>JALSETU — Water Intelligence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502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816</Words>
  <Application>Microsoft Office PowerPoint</Application>
  <PresentationFormat>Widescreen</PresentationFormat>
  <Paragraphs>156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Office Theme</vt:lpstr>
      <vt:lpstr>JALSETU</vt:lpstr>
      <vt:lpstr>THE PROBLEM</vt:lpstr>
      <vt:lpstr>Meet JALSETU </vt:lpstr>
      <vt:lpstr>HOW JALSETU WORKS</vt:lpstr>
      <vt:lpstr>CORE INNOVATION</vt:lpstr>
      <vt:lpstr>KEY FEATURES</vt:lpstr>
      <vt:lpstr>SYSTEM ARCHITECTURE</vt:lpstr>
      <vt:lpstr>A Typical JALSETU Scenario</vt:lpstr>
      <vt:lpstr>PowerPoint Presentation</vt:lpstr>
      <vt:lpstr>IMPACT &amp; FUTURE SCOPE</vt:lpstr>
      <vt:lpstr>JALSETU Water should flow where it matters most. We don't just monitor water. We identify where it can potentially be used better.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mohana05117@outlook.com</dc:creator>
  <cp:lastModifiedBy>mohana05117@outlook.com</cp:lastModifiedBy>
  <cp:revision>1</cp:revision>
  <dcterms:created xsi:type="dcterms:W3CDTF">2026-09-19T13:50:25Z</dcterms:created>
  <dcterms:modified xsi:type="dcterms:W3CDTF">2026-09-19T14:37:30Z</dcterms:modified>
</cp:coreProperties>
</file>